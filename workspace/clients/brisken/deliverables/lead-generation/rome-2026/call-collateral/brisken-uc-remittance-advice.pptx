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6035040" cy="6035040"/>
          </a:xfrm>
          <a:prstGeom prst="ellipse">
            <a:avLst/>
          </a:prstGeom>
          <a:solidFill>
            <a:srgbClr val="3BE3E0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74320"/>
            <a:ext cx="3291840" cy="3291840"/>
          </a:xfrm>
          <a:prstGeom prst="ellipse">
            <a:avLst/>
          </a:prstGeom>
          <a:solidFill>
            <a:srgbClr val="3BE3E0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3017520"/>
            <a:ext cx="6035040" cy="6035040"/>
          </a:xfrm>
          <a:prstGeom prst="ellipse">
            <a:avLst/>
          </a:prstGeom>
          <a:solidFill>
            <a:srgbClr val="5A6BF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5760" y="4389120"/>
            <a:ext cx="3291840" cy="3291840"/>
          </a:xfrm>
          <a:prstGeom prst="ellipse">
            <a:avLst/>
          </a:prstGeom>
          <a:solidFill>
            <a:srgbClr val="5A6B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/Users/neuma_p1qrsic/Repo/agentic-ops1/.scratch/brisken-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8640"/>
            <a:ext cx="141732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2441448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23682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ONEPILOT USE CASE · CASH APPLICATION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9496" y="2697480"/>
            <a:ext cx="11338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Remittance Advice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566928" y="39776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pay dozens of invoices in one transfer and explain it however they like. 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 agent reads it and posts it into SAP cash application.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66928" y="55321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2" name="Image 1" descr="C:/Users/neuma_p1qrsic/Repo/agentic-ops1/.scratch/icons/d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1" y="566818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52728" y="5532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Remittance advice, any format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995928" y="5815584"/>
            <a:ext cx="640080" cy="0"/>
          </a:xfrm>
          <a:prstGeom prst="line">
            <a:avLst/>
          </a:prstGeom>
          <a:noFill/>
          <a:ln w="25400">
            <a:solidFill>
              <a:srgbClr val="3BE3E0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4681728" y="55321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OnePilot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64808" y="5815584"/>
            <a:ext cx="640080" cy="0"/>
          </a:xfrm>
          <a:prstGeom prst="line">
            <a:avLst/>
          </a:prstGeom>
          <a:noFill/>
          <a:ln w="25400">
            <a:solidFill>
              <a:srgbClr val="3BE3E0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7242048" y="55321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8" name="Image 2" descr="C:/Users/neuma_p1qrsic/Repo/agentic-ops1/.scratch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111" y="566818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27848" y="55321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cash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247327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4190E"/>
          </a:solidFill>
          <a:ln w="12700">
            <a:solidFill>
              <a:srgbClr val="FFC9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47327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C9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ILLUSTRATIVE SCENARIO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09:14. One payment arrives. It covers 40 invoices.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2423160"/>
            <a:ext cx="5760720" cy="3291840"/>
          </a:xfrm>
          <a:prstGeom prst="roundRect">
            <a:avLst>
              <a:gd name="adj" fmla="val 25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6974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7C8A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58568" y="2697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credit, EUR 187,340.12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86968" y="317296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7C8A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ADVICE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58568" y="31729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PDF in the shared inbox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86968" y="3749040"/>
            <a:ext cx="5120640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93192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invoice lines, two deductions, one credit note, in the customer's own layout. The next customer uses a different one.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6968" y="5029200"/>
            <a:ext cx="2834640" cy="457200"/>
          </a:xfrm>
          <a:prstGeom prst="roundRect">
            <a:avLst>
              <a:gd name="adj" fmla="val 18000"/>
            </a:avLst>
          </a:prstGeom>
          <a:solidFill>
            <a:srgbClr val="1B2330"/>
          </a:solidFill>
          <a:ln w="12700">
            <a:solidFill>
              <a:srgbClr val="36414F"/>
            </a:solidFill>
            <a:prstDash val="solid"/>
          </a:ln>
        </p:spPr>
      </p:sp>
      <p:pic>
        <p:nvPicPr>
          <p:cNvPr id="15" name="Image 0" descr="C:/Users/neuma_p1qrsic/Repo/agentic-ops1/.scratch/icons/d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5129784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remittance-advice.pdf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739128" y="2404872"/>
            <a:ext cx="488563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has to happen now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739128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42048" y="2926080"/>
            <a:ext cx="43827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advice that belongs to the credit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39128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242048" y="3493008"/>
            <a:ext cx="43827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40 lines and match them to open items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739128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242048" y="4059936"/>
            <a:ext cx="43827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two deductions and a credit note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739128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242048" y="4626864"/>
            <a:ext cx="43827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the cash application in SAP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739128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242048" y="5193792"/>
            <a:ext cx="43827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on: 30 more advices arrive today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Remittance Advice, a OnePilot use case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09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Cash application runs on retyping.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834640"/>
            <a:ext cx="603504" cy="603504"/>
          </a:xfrm>
          <a:prstGeom prst="roundRect">
            <a:avLst>
              <a:gd name="adj" fmla="val 16667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7" name="Image 0" descr="C:/Users/neuma_p1qrsic/Repo/agentic-ops1/.scratch/icons/d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089" y="297948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6118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advice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3959352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Emails, PDFs, spreadsheets, portals. Every customer has its own layout.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70248" y="2514600"/>
            <a:ext cx="3657600" cy="2286000"/>
          </a:xfrm>
          <a:prstGeom prst="roundRect">
            <a:avLst>
              <a:gd name="adj" fmla="val 3600"/>
            </a:avLst>
          </a:prstGeom>
          <a:solidFill>
            <a:srgbClr val="24190E"/>
          </a:solidFill>
          <a:ln w="17780">
            <a:solidFill>
              <a:srgbClr val="FFC96B"/>
            </a:solidFill>
            <a:prstDash val="dash"/>
          </a:ln>
        </p:spPr>
      </p:sp>
      <p:pic>
        <p:nvPicPr>
          <p:cNvPr id="11" name="Image 1" descr="C:/Users/neuma_p1qrsic/Repo/agentic-ops1/.scratch/icons/g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6" y="280720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0248" y="3538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9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manual middle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retype invoice numbers, hunt references, park what will not match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85048" y="2514600"/>
            <a:ext cx="3239719" cy="2286000"/>
          </a:xfrm>
          <a:prstGeom prst="roundRect">
            <a:avLst>
              <a:gd name="adj" fmla="val 36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59368" y="2834640"/>
            <a:ext cx="603504" cy="603504"/>
          </a:xfrm>
          <a:prstGeom prst="roundRect">
            <a:avLst>
              <a:gd name="adj" fmla="val 16667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6" name="Image 2" descr="C:/Users/neuma_p1qrsic/Repo/agentic-ops1/.scratch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4209" y="2979481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59368" y="3611880"/>
            <a:ext cx="26910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59368" y="3959352"/>
            <a:ext cx="269107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items stay open and unapplied cash piles up on account.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813048" y="3657600"/>
            <a:ext cx="457200" cy="0"/>
          </a:xfrm>
          <a:prstGeom prst="line">
            <a:avLst/>
          </a:prstGeom>
          <a:noFill/>
          <a:ln w="25400">
            <a:solidFill>
              <a:srgbClr val="FFC96B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927848" y="3657600"/>
            <a:ext cx="457200" cy="0"/>
          </a:xfrm>
          <a:prstGeom prst="line">
            <a:avLst/>
          </a:prstGeom>
          <a:noFill/>
          <a:ln w="25400">
            <a:solidFill>
              <a:srgbClr val="FFC96B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566928" y="521208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team spends the day being a parser, and the real exceptions still end up with them anyway.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Remittance Advice, a OnePilot use case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09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 we built the gate. AI reads it, SAP books it.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472586" cy="2743200"/>
          </a:xfrm>
          <a:prstGeom prst="roundRect">
            <a:avLst>
              <a:gd name="adj" fmla="val 3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258568"/>
            <a:ext cx="621792" cy="621792"/>
          </a:xfrm>
          <a:prstGeom prst="roundRect">
            <a:avLst>
              <a:gd name="adj" fmla="val 16176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7" name="Image 0" descr="C:/Users/neuma_p1qrsic/Repo/agentic-ops1/.scratch/icons/sp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478" y="2407798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008376"/>
            <a:ext cx="29239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reads any advice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41248" y="3447288"/>
            <a:ext cx="292394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Emails, attachments, spreadsheets, portals. The LLM identifies invoices, amounts, deductions and credit notes in any layout, with no template to maintain.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59554" y="1965960"/>
            <a:ext cx="3472586" cy="2743200"/>
          </a:xfrm>
          <a:prstGeom prst="roundRect">
            <a:avLst>
              <a:gd name="adj" fmla="val 3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33874" y="2258568"/>
            <a:ext cx="621792" cy="621792"/>
          </a:xfrm>
          <a:prstGeom prst="roundRect">
            <a:avLst>
              <a:gd name="adj" fmla="val 16176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2" name="Image 1" descr="C:/Users/neuma_p1qrsic/Repo/agentic-ops1/.scratch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104" y="2407798"/>
            <a:ext cx="323332" cy="3233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3874" y="3008376"/>
            <a:ext cx="29239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structures it for SAP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4633874" y="3447288"/>
            <a:ext cx="292394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line is matched to the open items and delivered to SAP cash application, or to Serrala, BPI or HighRadius.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52181" y="1965960"/>
            <a:ext cx="3472586" cy="2743200"/>
          </a:xfrm>
          <a:prstGeom prst="roundRect">
            <a:avLst>
              <a:gd name="adj" fmla="val 3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26501" y="2258568"/>
            <a:ext cx="621792" cy="621792"/>
          </a:xfrm>
          <a:prstGeom prst="roundRect">
            <a:avLst>
              <a:gd name="adj" fmla="val 16176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7" name="Image 2" descr="C:/Users/neuma_p1qrsic/Repo/agentic-ops1/.scratch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731" y="2407798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26501" y="3008376"/>
            <a:ext cx="29239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learns from your team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8426501" y="3447288"/>
            <a:ext cx="292394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not match lands in the monitor. A person decides, the gate learns, and the next one matches.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66928" y="50749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3100" dirty="0"/>
          </a:p>
        </p:txBody>
      </p:sp>
      <p:sp>
        <p:nvSpPr>
          <p:cNvPr id="21" name="Text 16"/>
          <p:cNvSpPr/>
          <p:nvPr/>
        </p:nvSpPr>
        <p:spPr>
          <a:xfrm>
            <a:off x="1984248" y="5074920"/>
            <a:ext cx="20095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gate, every format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359554" y="50749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3100" dirty="0"/>
          </a:p>
        </p:txBody>
      </p:sp>
      <p:sp>
        <p:nvSpPr>
          <p:cNvPr id="23" name="Text 18"/>
          <p:cNvSpPr/>
          <p:nvPr/>
        </p:nvSpPr>
        <p:spPr>
          <a:xfrm>
            <a:off x="5776874" y="5074920"/>
            <a:ext cx="20095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numbers retyped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152181" y="50749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360°</a:t>
            </a:r>
            <a:endParaRPr lang="en-US" sz="3100" dirty="0"/>
          </a:p>
        </p:txBody>
      </p:sp>
      <p:sp>
        <p:nvSpPr>
          <p:cNvPr id="25" name="Text 20"/>
          <p:cNvSpPr/>
          <p:nvPr/>
        </p:nvSpPr>
        <p:spPr>
          <a:xfrm>
            <a:off x="9569501" y="5074920"/>
            <a:ext cx="20095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on every posting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Remittance Advice, a OnePilot use case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09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steps, from the inbox to applied cash.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1522933" cy="13716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14016"/>
            <a:ext cx="11937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98064"/>
            <a:ext cx="119374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034997" y="2697480"/>
            <a:ext cx="493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73909" y="2286000"/>
            <a:ext cx="1522933" cy="13716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8501" y="2414016"/>
            <a:ext cx="11937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38501" y="2798064"/>
            <a:ext cx="119374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41978" y="2697480"/>
            <a:ext cx="493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80890" y="2286000"/>
            <a:ext cx="1522933" cy="13716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5482" y="2414016"/>
            <a:ext cx="11937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45482" y="2798064"/>
            <a:ext cx="119374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48960" y="2697480"/>
            <a:ext cx="493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87872" y="2286000"/>
            <a:ext cx="1522933" cy="13716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2464" y="2414016"/>
            <a:ext cx="11937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2464" y="2798064"/>
            <a:ext cx="119374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55941" y="2697480"/>
            <a:ext cx="493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194853" y="2286000"/>
            <a:ext cx="1522933" cy="13716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9445" y="2414016"/>
            <a:ext cx="11937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59445" y="2798064"/>
            <a:ext cx="119374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62922" y="2697480"/>
            <a:ext cx="493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101834" y="2286000"/>
            <a:ext cx="1522933" cy="1371600"/>
          </a:xfrm>
          <a:prstGeom prst="roundRect">
            <a:avLst>
              <a:gd name="adj" fmla="val 6000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66426" y="2414016"/>
            <a:ext cx="11937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66426" y="2798064"/>
            <a:ext cx="119374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3977640"/>
            <a:ext cx="3429914" cy="0"/>
          </a:xfrm>
          <a:prstGeom prst="line">
            <a:avLst/>
          </a:prstGeom>
          <a:noFill/>
          <a:ln w="15240">
            <a:solidFill>
              <a:srgbClr val="3BE3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050792"/>
            <a:ext cx="34299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CAPTURE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80890" y="3977640"/>
            <a:ext cx="3429914" cy="0"/>
          </a:xfrm>
          <a:prstGeom prst="line">
            <a:avLst/>
          </a:prstGeom>
          <a:noFill/>
          <a:ln w="15240">
            <a:solidFill>
              <a:srgbClr val="3BE3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0890" y="4050792"/>
            <a:ext cx="34299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REFINE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94853" y="3977640"/>
            <a:ext cx="3429914" cy="0"/>
          </a:xfrm>
          <a:prstGeom prst="line">
            <a:avLst/>
          </a:prstGeom>
          <a:noFill/>
          <a:ln w="15240">
            <a:solidFill>
              <a:srgbClr val="3BE3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4853" y="4050792"/>
            <a:ext cx="34299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475488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Straight through when it is clean. To a person when it is not. Everything is logged.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Remittance Advice, a OnePilot use case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09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EXCEPTION MOMENT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 advices flow. Odd ones ask a person.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23180" cy="3108960"/>
          </a:xfrm>
          <a:prstGeom prst="roundRect">
            <a:avLst>
              <a:gd name="adj" fmla="val 2647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395728"/>
            <a:ext cx="4683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06 · EXCEPTIONS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86968" y="278892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screen, everything it read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86968" y="3566160"/>
            <a:ext cx="46831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short-pay, an unknown deduction, a reference that matches nothing: the gate flags it in the monitor with everything it read, next to the open items. Your specialist decides in one screen.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1588" y="2103120"/>
            <a:ext cx="5323180" cy="3108960"/>
          </a:xfrm>
          <a:prstGeom prst="roundRect">
            <a:avLst>
              <a:gd name="adj" fmla="val 2647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1628" y="2395728"/>
            <a:ext cx="4683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THE GATE LEARNS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21628" y="278892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same quirk does not come back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21628" y="3566160"/>
            <a:ext cx="46831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decision is recorded and trains the gate, so that customer's quirk matches on its own next month. The routine work leaves. The judgment stays.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Remittance Advice, a OnePilot use case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09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IS SAFE TO AUTOMATE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controls are built in, not bolted 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46040" cy="1133856"/>
          </a:xfrm>
          <a:prstGeom prst="roundRect">
            <a:avLst>
              <a:gd name="adj" fmla="val 6452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5059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7" name="Image 0" descr="C:/Users/neuma_p1qrsic/Repo/agentic-ops1/.scratch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586655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368296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full audit trail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572768" y="2752344"/>
            <a:ext cx="411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value and every change is recorded, end to end.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2148840"/>
            <a:ext cx="5346040" cy="1133856"/>
          </a:xfrm>
          <a:prstGeom prst="roundRect">
            <a:avLst>
              <a:gd name="adj" fmla="val 6452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4760" y="245059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2" name="Image 1" descr="C:/Users/neuma_p1qrsic/Repo/agentic-ops1/.scratch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822" y="2586655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4568" y="2368296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Segregation of duty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284568" y="2752344"/>
            <a:ext cx="411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changes that matter need a second person.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3429000"/>
            <a:ext cx="5346040" cy="1133856"/>
          </a:xfrm>
          <a:prstGeom prst="roundRect">
            <a:avLst>
              <a:gd name="adj" fmla="val 6452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373075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17" name="Image 2" descr="C:/Users/neuma_p1qrsic/Repo/agentic-ops1/.scratch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3866815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72768" y="3648456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Automatic checks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572768" y="4032504"/>
            <a:ext cx="411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Odd or bad data is caught before it reaches a system.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78728" y="3429000"/>
            <a:ext cx="5346040" cy="1133856"/>
          </a:xfrm>
          <a:prstGeom prst="roundRect">
            <a:avLst>
              <a:gd name="adj" fmla="val 6452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4760" y="373075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22" name="Image 3" descr="C:/Users/neuma_p1qrsic/Repo/agentic-ops1/.scratch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822" y="3866815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84568" y="3648456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Alerts on exceptions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284568" y="4032504"/>
            <a:ext cx="411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hear about the odd one out; the rest just runs.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66928" y="4709160"/>
            <a:ext cx="5346040" cy="1133856"/>
          </a:xfrm>
          <a:prstGeom prst="roundRect">
            <a:avLst>
              <a:gd name="adj" fmla="val 6452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501091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27" name="Image 4" descr="C:/Users/neuma_p1qrsic/Repo/agentic-ops1/.scratch/icons/block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023" y="5146975"/>
            <a:ext cx="294803" cy="29480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72768" y="4928616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code to change it</a:t>
            </a:r>
            <a:endParaRPr lang="en-US" sz="1650" dirty="0"/>
          </a:p>
        </p:txBody>
      </p:sp>
      <p:sp>
        <p:nvSpPr>
          <p:cNvPr id="29" name="Text 22"/>
          <p:cNvSpPr/>
          <p:nvPr/>
        </p:nvSpPr>
        <p:spPr>
          <a:xfrm>
            <a:off x="1572768" y="5312664"/>
            <a:ext cx="411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rules, changed by your team, no IT project.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278728" y="4709160"/>
            <a:ext cx="5346040" cy="1133856"/>
          </a:xfrm>
          <a:prstGeom prst="roundRect">
            <a:avLst>
              <a:gd name="adj" fmla="val 6452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534760" y="501091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1B2330"/>
          </a:solidFill>
          <a:ln w="15240">
            <a:solidFill>
              <a:srgbClr val="3BE3E0"/>
            </a:solidFill>
            <a:prstDash val="solid"/>
          </a:ln>
        </p:spPr>
      </p:sp>
      <p:pic>
        <p:nvPicPr>
          <p:cNvPr id="32" name="Image 5" descr="C:/Users/neuma_p1qrsic/Repo/agentic-ops1/.scratch/icons/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0822" y="5146975"/>
            <a:ext cx="294803" cy="29480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84568" y="4928616"/>
            <a:ext cx="411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ISO 27001 and SOC 1</a:t>
            </a:r>
            <a:endParaRPr lang="en-US" sz="1650" dirty="0"/>
          </a:p>
        </p:txBody>
      </p:sp>
      <p:sp>
        <p:nvSpPr>
          <p:cNvPr id="34" name="Text 26"/>
          <p:cNvSpPr/>
          <p:nvPr/>
        </p:nvSpPr>
        <p:spPr>
          <a:xfrm>
            <a:off x="7284568" y="5312664"/>
            <a:ext cx="411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security controls your auditors already expect.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Remittance Advice, a OnePilot use case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09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neuma_p1qrsic/Repo/agentic-ops1/.scratch/logo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3871" y="502920"/>
            <a:ext cx="310896" cy="310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85216"/>
            <a:ext cx="45720" cy="219456"/>
          </a:xfrm>
          <a:prstGeom prst="rect">
            <a:avLst/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3232" y="5120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E3E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PROVEN, AND WHAT IT RUNS 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with customers today, not on a roadmap.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11057839" cy="1188720"/>
          </a:xfrm>
          <a:prstGeom prst="roundRect">
            <a:avLst>
              <a:gd name="adj" fmla="val 6923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pic>
        <p:nvPicPr>
          <p:cNvPr id="7" name="Image 1" descr="C:/Users/neuma_p1qrsic/Repo/agentic-ops1/.scratch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258568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7048" y="1874520"/>
            <a:ext cx="982339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agricultural company on SAP S/4HANA Private Cloud runs remittance advice through the gate, powered by an LLM: the team is out of the retyping loop and in the exception loop.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66928" y="3337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runs on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E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OnePilot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same governed layer under Market Data Hub and Smart Trading. One way to connect to all of it: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66928" y="4114800"/>
            <a:ext cx="1992112" cy="1325880"/>
          </a:xfrm>
          <a:prstGeom prst="roundRect">
            <a:avLst>
              <a:gd name="adj" fmla="val 6897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pic>
        <p:nvPicPr>
          <p:cNvPr id="11" name="Image 2" descr="C:/Users/neuma_p1qrsic/Repo/agentic-ops1/.scratch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808" y="4297680"/>
            <a:ext cx="530352" cy="5303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4937760"/>
            <a:ext cx="184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systems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833360" y="4114800"/>
            <a:ext cx="1992112" cy="1325880"/>
          </a:xfrm>
          <a:prstGeom prst="roundRect">
            <a:avLst>
              <a:gd name="adj" fmla="val 6897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pic>
        <p:nvPicPr>
          <p:cNvPr id="14" name="Image 3" descr="C:/Users/neuma_p1qrsic/Repo/agentic-ops1/.scratch/icons/she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240" y="4297680"/>
            <a:ext cx="530352" cy="5303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06512" y="4937760"/>
            <a:ext cx="184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Spreadsheets &amp; files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099792" y="4114800"/>
            <a:ext cx="1992112" cy="1325880"/>
          </a:xfrm>
          <a:prstGeom prst="roundRect">
            <a:avLst>
              <a:gd name="adj" fmla="val 6897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pic>
        <p:nvPicPr>
          <p:cNvPr id="17" name="Image 4" descr="C:/Users/neuma_p1qrsic/Repo/agentic-ops1/.scratch/icons/m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672" y="4297680"/>
            <a:ext cx="530352" cy="5303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72944" y="4937760"/>
            <a:ext cx="184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366224" y="4114800"/>
            <a:ext cx="1992112" cy="1325880"/>
          </a:xfrm>
          <a:prstGeom prst="roundRect">
            <a:avLst>
              <a:gd name="adj" fmla="val 6897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pic>
        <p:nvPicPr>
          <p:cNvPr id="20" name="Image 5" descr="C:/Users/neuma_p1qrsic/Repo/agentic-ops1/.scratch/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103" y="4297680"/>
            <a:ext cx="530352" cy="53035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39376" y="4937760"/>
            <a:ext cx="184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&amp; APIs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9632655" y="4114800"/>
            <a:ext cx="1992112" cy="1325880"/>
          </a:xfrm>
          <a:prstGeom prst="roundRect">
            <a:avLst>
              <a:gd name="adj" fmla="val 6897"/>
            </a:avLst>
          </a:prstGeom>
          <a:solidFill>
            <a:srgbClr val="141A25"/>
          </a:solidFill>
          <a:ln w="13970">
            <a:solidFill>
              <a:srgbClr val="36414F"/>
            </a:solidFill>
            <a:prstDash val="solid"/>
          </a:ln>
        </p:spPr>
      </p:sp>
      <p:pic>
        <p:nvPicPr>
          <p:cNvPr id="23" name="Image 6" descr="C:/Users/neuma_p1qrsic/Repo/agentic-ops1/.scratch/icons/sp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3535" y="4297680"/>
            <a:ext cx="530352" cy="53035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705807" y="4937760"/>
            <a:ext cx="1845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</a:t>
            </a:r>
            <a:pPr algn="l" indent="0" marL="0">
              <a:buNone/>
            </a:pPr>
            <a:r>
              <a:rPr lang="en-US" sz="900" dirty="0">
                <a:solidFill>
                  <a:srgbClr val="7C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Remittance Advice, a OnePilot use case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09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36414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72384" y="1280160"/>
            <a:ext cx="6035040" cy="6035040"/>
          </a:xfrm>
          <a:prstGeom prst="ellipse">
            <a:avLst/>
          </a:prstGeom>
          <a:solidFill>
            <a:srgbClr val="3BE3E0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43984" y="2651760"/>
            <a:ext cx="3291840" cy="3291840"/>
          </a:xfrm>
          <a:prstGeom prst="ellipse">
            <a:avLst/>
          </a:prstGeom>
          <a:solidFill>
            <a:srgbClr val="3BE3E0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C:/Users/neuma_p1qrsic/Repo/agentic-ops1/.scratch/brisken-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2664" y="1371600"/>
            <a:ext cx="1554480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3F6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to stay done.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645920" y="3566160"/>
            <a:ext cx="88971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4CE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us three of your ugliest remittance advices and we will show them landing in SAP cash application.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575304" y="4754880"/>
            <a:ext cx="5029200" cy="658368"/>
          </a:xfrm>
          <a:prstGeom prst="roundRect">
            <a:avLst>
              <a:gd name="adj" fmla="val 50000"/>
            </a:avLst>
          </a:prstGeom>
          <a:solidFill>
            <a:srgbClr val="3BE3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75304" y="475488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2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Dirk Neumann   ·   dirk.neumann@brisken.com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6235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B6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brisken.com   ·   Houston, TX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Brisken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Brisken</dc:creator>
  <cp:lastModifiedBy>Brisken</cp:lastModifiedBy>
  <cp:revision>1</cp:revision>
  <dcterms:created xsi:type="dcterms:W3CDTF">2026-07-11T18:49:29Z</dcterms:created>
  <dcterms:modified xsi:type="dcterms:W3CDTF">2026-07-11T18:49:29Z</dcterms:modified>
</cp:coreProperties>
</file>